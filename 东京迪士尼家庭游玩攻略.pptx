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800" b="1">
                <a:solidFill>
                  <a:srgbClr val="003399"/>
                </a:solidFill>
              </a:defRPr>
            </a:pPr>
            <a:r>
              <a:t>东京迪士尼家庭游玩全攻略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2026年2月 · 家庭欢乐之旅</a:t>
            </a:r>
          </a:p>
          <a:p/>
          <a:p>
            <a:r>
              <a:t>制作人：Helen</a:t>
            </a:r>
          </a:p>
          <a:p>
            <a:r>
              <a:t>日期：2026年2月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CC0033"/>
                </a:solidFill>
              </a:defRPr>
            </a:pPr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400" b="1"/>
            </a:pPr>
            <a:r>
              <a:t>1. 行前准备篇</a:t>
            </a:r>
          </a:p>
          <a:p>
            <a:pPr>
              <a:spcAft>
                <a:spcPts val="1200"/>
              </a:spcAft>
              <a:defRPr sz="2400" b="1"/>
            </a:pPr>
            <a:r>
              <a:t>2. 交通指南篇</a:t>
            </a:r>
          </a:p>
          <a:p>
            <a:pPr>
              <a:spcAft>
                <a:spcPts val="1200"/>
              </a:spcAft>
              <a:defRPr sz="2400" b="1"/>
            </a:pPr>
            <a:r>
              <a:t>3. 门票攻略篇</a:t>
            </a:r>
          </a:p>
          <a:p>
            <a:pPr>
              <a:spcAft>
                <a:spcPts val="1200"/>
              </a:spcAft>
              <a:defRPr sz="2400" b="1"/>
            </a:pPr>
            <a:r>
              <a:t>4. 迪士尼乐园攻略</a:t>
            </a:r>
          </a:p>
          <a:p>
            <a:pPr>
              <a:spcAft>
                <a:spcPts val="1200"/>
              </a:spcAft>
              <a:defRPr sz="2400" b="1"/>
            </a:pPr>
            <a:r>
              <a:t>5. 迪士尼海洋攻略</a:t>
            </a:r>
          </a:p>
          <a:p>
            <a:pPr>
              <a:spcAft>
                <a:spcPts val="1200"/>
              </a:spcAft>
              <a:defRPr sz="2400" b="1"/>
            </a:pPr>
            <a:r>
              <a:t>6. 必玩项目推荐</a:t>
            </a:r>
          </a:p>
          <a:p>
            <a:pPr>
              <a:spcAft>
                <a:spcPts val="1200"/>
              </a:spcAft>
              <a:defRPr sz="2400" b="1"/>
            </a:pPr>
            <a:r>
              <a:t>7. 餐饮美食指南</a:t>
            </a:r>
          </a:p>
          <a:p>
            <a:pPr>
              <a:spcAft>
                <a:spcPts val="1200"/>
              </a:spcAft>
              <a:defRPr sz="2400" b="1"/>
            </a:pPr>
            <a:r>
              <a:t>8. 游行演出时刻</a:t>
            </a:r>
          </a:p>
          <a:p>
            <a:pPr>
              <a:spcAft>
                <a:spcPts val="1200"/>
              </a:spcAft>
              <a:defRPr sz="2400" b="1"/>
            </a:pPr>
            <a:r>
              <a:t>9. 购物纪念品攻略</a:t>
            </a:r>
          </a:p>
          <a:p>
            <a:pPr>
              <a:spcAft>
                <a:spcPts val="1200"/>
              </a:spcAft>
              <a:defRPr sz="2400" b="1"/>
            </a:pPr>
            <a:r>
              <a:t>10. 实用贴士汇总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00"/>
                </a:solidFill>
              </a:defRPr>
            </a:pPr>
            <a:r>
              <a:t>行前准备篇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 b="1"/>
            </a:pPr>
            <a:r>
              <a:t>重要事项清单</a:t>
            </a:r>
          </a:p>
          <a:p>
            <a:pPr>
              <a:defRPr sz="2000"/>
            </a:pPr>
            <a:r>
              <a:t>• 签证：确认日本旅游签证有效期</a:t>
            </a:r>
          </a:p>
          <a:p>
            <a:pPr>
              <a:defRPr sz="2000"/>
            </a:pPr>
            <a:r>
              <a:t>• 机票：提前预订，建议选择成田或羽田机场</a:t>
            </a:r>
          </a:p>
          <a:p>
            <a:pPr>
              <a:defRPr sz="2000"/>
            </a:pPr>
            <a:r>
              <a:t>• 住宿：迪士尼官方酒店（提前3-6个月预订）</a:t>
            </a:r>
          </a:p>
          <a:p>
            <a:pPr>
              <a:defRPr sz="2000"/>
            </a:pPr>
            <a:r>
              <a:t>• 天气：2月东京气温5-10°C，准备保暖衣物</a:t>
            </a:r>
          </a:p>
          <a:p>
            <a:pPr>
              <a:defRPr sz="2000"/>
            </a:pPr>
            <a:r>
              <a:t>• 必备物品：护照、身份证件复印件、充电宝、转换插头等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交通指南篇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 b="1"/>
            </a:pPr>
            <a:r>
              <a:t>从机场到迪士尼</a:t>
            </a:r>
          </a:p>
          <a:p>
            <a:pPr>
              <a:defRPr sz="1800"/>
            </a:pPr>
            <a:r>
              <a:t>• 成田机场→迪士尼：利木津巴士（直达，约90分钟）</a:t>
            </a:r>
          </a:p>
          <a:p>
            <a:pPr>
              <a:defRPr sz="1800"/>
            </a:pPr>
            <a:r>
              <a:t>• 成田机场→迪士尼：JR成田特快→东京站→换乘JR京叶线</a:t>
            </a:r>
          </a:p>
          <a:p>
            <a:pPr>
              <a:defRPr sz="1800"/>
            </a:pPr>
            <a:r>
              <a:t>• 羽田机场→迪士尼：京急线→品川站→换乘JR京叶线</a:t>
            </a:r>
          </a:p>
          <a:p>
            <a:pPr>
              <a:defRPr sz="1800"/>
            </a:pPr>
            <a:r>
              <a:t>• 羽田机场→迪士尼：利木津巴士（约60分钟）</a:t>
            </a:r>
          </a:p>
          <a:p>
            <a:br/>
            <a:pPr>
              <a:defRPr sz="2400" b="1"/>
            </a:pPr>
            <a:r>
              <a:t>园区间交通</a:t>
            </a:r>
          </a:p>
          <a:p>
            <a:pPr>
              <a:defRPr sz="1800"/>
            </a:pPr>
            <a:r>
              <a:t>• 迪士尼度假区线（单轨电车）：连接乐园、海洋、酒店、购物区</a:t>
            </a:r>
          </a:p>
          <a:p>
            <a:pPr>
              <a:defRPr sz="1800"/>
            </a:pPr>
            <a:r>
              <a:t>• 一日券：成人660日元，儿童330日元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门票攻略篇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 b="1"/>
            </a:pPr>
            <a:r>
              <a:t>一日护照：单园游玩</a:t>
            </a:r>
          </a:p>
          <a:p>
            <a:pPr>
              <a:defRPr sz="2200" b="1"/>
            </a:pPr>
            <a:r>
              <a:t>两日护照：可分别游玩两园</a:t>
            </a:r>
          </a:p>
          <a:p>
            <a:pPr>
              <a:defRPr sz="2200" b="1"/>
            </a:pPr>
            <a:r>
              <a:t>三日/四日魔法护照：多日游玩更优惠</a:t>
            </a:r>
          </a:p>
          <a:p>
            <a:pPr>
              <a:defRPr sz="2200" b="1"/>
            </a:pPr>
            <a:r>
              <a:t>星光护照：下午3点后入园（价格优惠）</a:t>
            </a:r>
          </a:p>
          <a:p/>
          <a:p>
            <a:pPr>
              <a:defRPr sz="2200" b="1"/>
            </a:pPr>
            <a:r>
              <a:t>购买渠道：</a:t>
            </a:r>
          </a:p>
          <a:p>
            <a:pPr lvl="1">
              <a:defRPr sz="1800"/>
            </a:pPr>
            <a:r>
              <a:t>• 官方渠道：东京迪士尼官网、官方APP</a:t>
            </a:r>
          </a:p>
          <a:p>
            <a:pPr lvl="1">
              <a:defRPr sz="1800"/>
            </a:pPr>
            <a:r>
              <a:t>• 其他渠道：日本便利店（Lawson等）、旅行社代订</a:t>
            </a:r>
          </a:p>
          <a:p/>
          <a:p>
            <a:pPr>
              <a:defRPr sz="2200" b="1"/>
            </a:pPr>
            <a:r>
              <a:t>重要提醒：</a:t>
            </a:r>
          </a:p>
          <a:p>
            <a:pPr lvl="1">
              <a:defRPr sz="1800"/>
            </a:pPr>
            <a:r>
              <a:t>• 提前1-2个月购买，旺季票源紧张</a:t>
            </a:r>
          </a:p>
          <a:p>
            <a:pPr lvl="1">
              <a:defRPr sz="1800"/>
            </a:pPr>
            <a:r>
              <a:t>• 儿童票：4-11岁，4岁以下免费</a:t>
            </a:r>
          </a:p>
          <a:p>
            <a:pPr lvl="1">
              <a:defRPr sz="1800"/>
            </a:pPr>
            <a:r>
              <a:t>• 打印门票或保存电子票二维码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迪士尼乐园攻略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 b="1"/>
            </a:pPr>
            <a:r>
              <a:t>园区概况：</a:t>
            </a:r>
          </a:p>
          <a:p>
            <a:pPr>
              <a:defRPr sz="2200" b="1"/>
            </a:pPr>
            <a:r>
              <a:t>• 主题：经典迪士尼童话世界</a:t>
            </a:r>
          </a:p>
          <a:p>
            <a:pPr>
              <a:defRPr sz="2200" b="1"/>
            </a:pPr>
            <a:r>
              <a:t>• 适合人群：亲子家庭、迪士尼粉丝</a:t>
            </a:r>
          </a:p>
          <a:p>
            <a:pPr>
              <a:defRPr sz="2200" b="1"/>
            </a:pPr>
            <a:r>
              <a:t>• 开放时间：通常8:00-22:00（具体以官网为准）</a:t>
            </a:r>
          </a:p>
          <a:p/>
          <a:p>
            <a:pPr>
              <a:defRPr sz="2200" b="1"/>
            </a:pPr>
            <a:r>
              <a:t>分区介绍：</a:t>
            </a:r>
          </a:p>
          <a:p>
            <a:pPr>
              <a:defRPr sz="1800"/>
            </a:pPr>
            <a:r>
              <a:t>1. 世界市集：购物、餐饮主街</a:t>
            </a:r>
          </a:p>
          <a:p>
            <a:pPr>
              <a:defRPr sz="1800"/>
            </a:pPr>
            <a:r>
              <a:t>2. 明日乐园：太空山、星际旅行</a:t>
            </a:r>
          </a:p>
          <a:p>
            <a:pPr>
              <a:defRPr sz="1800"/>
            </a:pPr>
            <a:r>
              <a:t>3. 卡通城：适合低龄儿童</a:t>
            </a:r>
          </a:p>
          <a:p>
            <a:pPr>
              <a:defRPr sz="1800"/>
            </a:pPr>
            <a:r>
              <a:t>4. 梦幻乐园：灰姑娘城堡、小小世界</a:t>
            </a:r>
          </a:p>
          <a:p>
            <a:pPr>
              <a:defRPr sz="1800"/>
            </a:pPr>
            <a:r>
              <a:t>5. 动物天地：飞溅山</a:t>
            </a:r>
          </a:p>
          <a:p>
            <a:pPr>
              <a:defRPr sz="1800"/>
            </a:pPr>
            <a:r>
              <a:t>6. 西部乐园：巨雷山</a:t>
            </a:r>
          </a:p>
          <a:p>
            <a:pPr>
              <a:defRPr sz="1800"/>
            </a:pPr>
            <a:r>
              <a:t>7. 探险乐园：加勒比海盗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迪士尼海洋攻略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 b="1"/>
            </a:pPr>
            <a:r>
              <a:t>园区概况：</a:t>
            </a:r>
          </a:p>
          <a:p>
            <a:pPr>
              <a:defRPr sz="2200" b="1"/>
            </a:pPr>
            <a:r>
              <a:t>• 全球独有：唯一以海洋为主题的迪士尼乐园</a:t>
            </a:r>
          </a:p>
          <a:p>
            <a:pPr>
              <a:defRPr sz="2200" b="1"/>
            </a:pPr>
            <a:r>
              <a:t>• 适合人群：青少年、成年人、寻求刺激者</a:t>
            </a:r>
          </a:p>
          <a:p>
            <a:pPr>
              <a:defRPr sz="2200" b="1"/>
            </a:pPr>
            <a:r>
              <a:t>• 开放时间：通常8:00-22:00</a:t>
            </a:r>
          </a:p>
          <a:p/>
          <a:p>
            <a:pPr>
              <a:defRPr sz="2200" b="1"/>
            </a:pPr>
            <a:r>
              <a:t>分区介绍：</a:t>
            </a:r>
          </a:p>
          <a:p>
            <a:pPr>
              <a:defRPr sz="1800"/>
            </a:pPr>
            <a:r>
              <a:t>1. 地中海港湾：入口区域，仿意大利渔村</a:t>
            </a:r>
          </a:p>
          <a:p>
            <a:pPr>
              <a:defRPr sz="1800"/>
            </a:pPr>
            <a:r>
              <a:t>2. 美国海滨：惊魂古塔、玩具总动员疯狂游戏屋</a:t>
            </a:r>
          </a:p>
          <a:p>
            <a:pPr>
              <a:defRPr sz="1800"/>
            </a:pPr>
            <a:r>
              <a:t>3. 发现港：海底巡游艇、风暴骑士</a:t>
            </a:r>
          </a:p>
          <a:p>
            <a:pPr>
              <a:defRPr sz="1800"/>
            </a:pPr>
            <a:r>
              <a:t>4. 失落河三角洲：印第安纳琼斯冒险</a:t>
            </a:r>
          </a:p>
          <a:p>
            <a:pPr>
              <a:defRPr sz="1800"/>
            </a:pPr>
            <a:r>
              <a:t>5. 阿拉伯海岸：辛巴达传奇之旅</a:t>
            </a:r>
          </a:p>
          <a:p>
            <a:pPr>
              <a:defRPr sz="1800"/>
            </a:pPr>
            <a:r>
              <a:t>6. 美人鱼礁湖：适合低龄儿童</a:t>
            </a:r>
          </a:p>
          <a:p>
            <a:pPr>
              <a:defRPr sz="1800"/>
            </a:pPr>
            <a:r>
              <a:t>7. 神秘岛：地心探险之旅、海底两万里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必玩项目推荐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 b="1"/>
            </a:pPr>
            <a:r>
              <a:t>迪士尼乐园Top 5：</a:t>
            </a:r>
          </a:p>
          <a:p>
            <a:pPr>
              <a:defRPr sz="1800"/>
            </a:pPr>
            <a:r>
              <a:t>1. 巨雷山（西部乐园）：家庭过山车，刺激度适中</a:t>
            </a:r>
          </a:p>
          <a:p>
            <a:pPr>
              <a:defRPr sz="1800"/>
            </a:pPr>
            <a:r>
              <a:t>2. 飞溅山（动物天地）：水上漂流，有落差惊喜</a:t>
            </a:r>
          </a:p>
          <a:p>
            <a:pPr>
              <a:defRPr sz="1800"/>
            </a:pPr>
            <a:r>
              <a:t>3. 太空山（明日乐园）：室内过山车，星空体验</a:t>
            </a:r>
          </a:p>
          <a:p>
            <a:pPr>
              <a:defRPr sz="1800"/>
            </a:pPr>
            <a:r>
              <a:t>4. 美女与野兽城堡（梦幻乐园）：新园区，浪漫之旅</a:t>
            </a:r>
          </a:p>
          <a:p>
            <a:pPr>
              <a:defRPr sz="1800"/>
            </a:pPr>
            <a:r>
              <a:t>5. 小小世界（梦幻乐园）：经典游船，儿童最爱</a:t>
            </a:r>
          </a:p>
          <a:p/>
          <a:p>
            <a:pPr>
              <a:defRPr sz="2200" b="1"/>
            </a:pPr>
            <a:r>
              <a:t>迪士尼海洋Top 5：</a:t>
            </a:r>
          </a:p>
          <a:p>
            <a:pPr>
              <a:defRPr sz="1800"/>
            </a:pPr>
            <a:r>
              <a:t>1. 玩具总动员疯狂游戏屋（美国海滨）：互动射击游戏</a:t>
            </a:r>
          </a:p>
          <a:p>
            <a:pPr>
              <a:defRPr sz="1800"/>
            </a:pPr>
            <a:r>
              <a:t>2. 惊魂古塔（美国海滨）：跳楼机，刺激度高</a:t>
            </a:r>
          </a:p>
          <a:p>
            <a:pPr>
              <a:defRPr sz="1800"/>
            </a:pPr>
            <a:r>
              <a:t>3. 印第安纳琼斯冒险（失落河三角洲）：沉浸式冒险</a:t>
            </a:r>
          </a:p>
          <a:p>
            <a:pPr>
              <a:defRPr sz="1800"/>
            </a:pPr>
            <a:r>
              <a:t>4. 地心探险之旅（神秘岛）：火山过山车</a:t>
            </a:r>
          </a:p>
          <a:p>
            <a:pPr>
              <a:defRPr sz="1800"/>
            </a:pPr>
            <a:r>
              <a:t>5. 海底两万里（神秘岛）：潜水艇探险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餐饮美食指南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 b="1"/>
            </a:pPr>
            <a:r>
              <a:t>餐厅类型：</a:t>
            </a:r>
          </a:p>
          <a:p>
            <a:pPr lvl="1">
              <a:defRPr sz="1800"/>
            </a:pPr>
            <a:r>
              <a:t>• 自助餐厅：品类丰富，适合家庭</a:t>
            </a:r>
          </a:p>
          <a:p>
            <a:pPr lvl="1">
              <a:defRPr sz="1800"/>
            </a:pPr>
            <a:r>
              <a:t>• 主题餐厅：角色互动，体验独特</a:t>
            </a:r>
          </a:p>
          <a:p>
            <a:pPr lvl="1">
              <a:defRPr sz="1800"/>
            </a:pPr>
            <a:r>
              <a:t>• 快餐小吃：便捷，节省时间</a:t>
            </a:r>
          </a:p>
          <a:p>
            <a:pPr lvl="1">
              <a:defRPr sz="1800"/>
            </a:pPr>
            <a:r>
              <a:t>• 特色小吃：米奇形状食品、限定美食</a:t>
            </a:r>
          </a:p>
          <a:p/>
          <a:p>
            <a:pPr>
              <a:defRPr sz="2200" b="1"/>
            </a:pPr>
            <a:r>
              <a:t>推荐餐厅：</a:t>
            </a:r>
          </a:p>
          <a:p>
            <a:pPr lvl="1">
              <a:defRPr sz="1800"/>
            </a:pPr>
            <a:r>
              <a:t>• 迪士尼乐园：皇冠餐厅、红心女王宴会大厅、明日乐园舞台餐厅</a:t>
            </a:r>
          </a:p>
          <a:p>
            <a:pPr lvl="1">
              <a:defRPr sz="1800"/>
            </a:pPr>
            <a:r>
              <a:t>• 迪士尼海洋：苏丹的绿洲、麦哲伦餐厅、船长的厨房</a:t>
            </a:r>
          </a:p>
          <a:p/>
          <a:p>
            <a:pPr>
              <a:defRPr sz="2200" b="1"/>
            </a:pPr>
            <a:r>
              <a:t>预算参考：</a:t>
            </a:r>
          </a:p>
          <a:p>
            <a:pPr lvl="1">
              <a:defRPr sz="1800"/>
            </a:pPr>
            <a:r>
              <a:t>• 成人套餐：1500-3000日元</a:t>
            </a:r>
          </a:p>
          <a:p>
            <a:pPr lvl="1">
              <a:defRPr sz="1800"/>
            </a:pPr>
            <a:r>
              <a:t>• 儿童套餐：800-1500日元</a:t>
            </a:r>
          </a:p>
          <a:p>
            <a:pPr lvl="1">
              <a:defRPr sz="1800"/>
            </a:pPr>
            <a:r>
              <a:t>• 小吃：500-1000日元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游行演出时刻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 b="1"/>
            </a:pPr>
            <a:r>
              <a:t>日间游行：</a:t>
            </a:r>
          </a:p>
          <a:p>
            <a:pPr lvl="1">
              <a:defRPr sz="1800"/>
            </a:pPr>
            <a:r>
              <a:t>• 迪士尼乐园：'幸福在这里'大游行（通常14:00）</a:t>
            </a:r>
          </a:p>
          <a:p>
            <a:pPr lvl="1">
              <a:defRPr sz="1800"/>
            </a:pPr>
            <a:r>
              <a:t>• 迪士尼海洋：'水上迎宾'表演（地中海港湾）</a:t>
            </a:r>
          </a:p>
          <a:p/>
          <a:p>
            <a:pPr>
              <a:defRPr sz="2200" b="1"/>
            </a:pPr>
            <a:r>
              <a:t>夜间娱乐：</a:t>
            </a:r>
          </a:p>
          <a:p>
            <a:pPr lvl="1">
              <a:defRPr sz="1800"/>
            </a:pPr>
            <a:r>
              <a:t>• 迪士尼乐园：'东京迪士尼乐园电子大游行～梦之光'、烟花秀</a:t>
            </a:r>
          </a:p>
          <a:p>
            <a:pPr lvl="1">
              <a:defRPr sz="1800"/>
            </a:pPr>
            <a:r>
              <a:t>• 迪士尼海洋：'Fantasmic!'水上秀、'彩色世界'灯光秀</a:t>
            </a:r>
          </a:p>
          <a:p/>
          <a:p>
            <a:pPr>
              <a:defRPr sz="2200" b="1"/>
            </a:pPr>
            <a:r>
              <a:t>观看贴士：</a:t>
            </a:r>
          </a:p>
          <a:p>
            <a:pPr lvl="1">
              <a:defRPr sz="1800"/>
            </a:pPr>
            <a:r>
              <a:t>• 提前1-2小时占位（热门区域）</a:t>
            </a:r>
          </a:p>
          <a:p>
            <a:pPr lvl="1">
              <a:defRPr sz="1800"/>
            </a:pPr>
            <a:r>
              <a:t>• 购买预留座位票（如有）</a:t>
            </a:r>
          </a:p>
          <a:p>
            <a:pPr lvl="1">
              <a:defRPr sz="1800"/>
            </a:pPr>
            <a:r>
              <a:t>• 下载官方APP查看当日时刻表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购物纪念品攻略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 b="1"/>
            </a:pPr>
            <a:r>
              <a:t>必买商品：</a:t>
            </a:r>
          </a:p>
          <a:p>
            <a:pPr lvl="1">
              <a:defRPr sz="1800"/>
            </a:pPr>
            <a:r>
              <a:t>• 迪士尼限定：东京迪士尼独家商品</a:t>
            </a:r>
          </a:p>
          <a:p>
            <a:pPr lvl="1">
              <a:defRPr sz="1800"/>
            </a:pPr>
            <a:r>
              <a:t>• 角色周边：米奇、达菲、星黛露等</a:t>
            </a:r>
          </a:p>
          <a:p>
            <a:pPr lvl="1">
              <a:defRPr sz="1800"/>
            </a:pPr>
            <a:r>
              <a:t>• 季节性商品：2月可能有情人节限定</a:t>
            </a:r>
          </a:p>
          <a:p>
            <a:pPr lvl="1">
              <a:defRPr sz="1800"/>
            </a:pPr>
            <a:r>
              <a:t>• 实用商品：服装、文具、家居用品</a:t>
            </a:r>
          </a:p>
          <a:p/>
          <a:p>
            <a:pPr>
              <a:defRPr sz="2200" b="1"/>
            </a:pPr>
            <a:r>
              <a:t>购物地点：</a:t>
            </a:r>
          </a:p>
          <a:p>
            <a:pPr lvl="1">
              <a:defRPr sz="1800"/>
            </a:pPr>
            <a:r>
              <a:t>• 世界市集（迪士尼乐园）：最大购物区</a:t>
            </a:r>
          </a:p>
          <a:p>
            <a:pPr lvl="1">
              <a:defRPr sz="1800"/>
            </a:pPr>
            <a:r>
              <a:t>• 迪士尼海洋：每个港口都有特色商店</a:t>
            </a:r>
          </a:p>
          <a:p>
            <a:pPr lvl="1">
              <a:defRPr sz="1800"/>
            </a:pPr>
            <a:r>
              <a:t>• 伊克斯皮儿莉购物中心：园区外大型商场</a:t>
            </a:r>
          </a:p>
          <a:p>
            <a:pPr lvl="1">
              <a:defRPr sz="1800"/>
            </a:pPr>
            <a:r>
              <a:t>• 酒店商店：部分商品酒店专售</a:t>
            </a:r>
          </a:p>
          <a:p/>
          <a:p>
            <a:pPr>
              <a:defRPr sz="2200" b="1"/>
            </a:pPr>
            <a:r>
              <a:t>退税信息：</a:t>
            </a:r>
          </a:p>
          <a:p>
            <a:pPr lvl="1">
              <a:defRPr sz="1800"/>
            </a:pPr>
            <a:r>
              <a:t>• 购物满5000日元可办理退税</a:t>
            </a:r>
          </a:p>
          <a:p>
            <a:pPr lvl="1">
              <a:defRPr sz="1800"/>
            </a:pPr>
            <a:r>
              <a:t>• 需出示护照原件</a:t>
            </a:r>
          </a:p>
          <a:p>
            <a:pPr lvl="1">
              <a:defRPr sz="1800"/>
            </a:pPr>
            <a:r>
              <a:t>• 部分商店直接免税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实用贴士汇总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 b="1"/>
            </a:pPr>
            <a:r>
              <a:t>节省时间技巧：</a:t>
            </a:r>
          </a:p>
          <a:p>
            <a:pPr>
              <a:defRPr sz="1800"/>
            </a:pPr>
            <a:r>
              <a:t>1. 早到原则：开园前30分钟到达</a:t>
            </a:r>
          </a:p>
          <a:p>
            <a:pPr>
              <a:defRPr sz="1800"/>
            </a:pPr>
            <a:r>
              <a:t>2. FastPass/尊享卡：合理利用快速通道</a:t>
            </a:r>
          </a:p>
          <a:p>
            <a:pPr>
              <a:defRPr sz="1800"/>
            </a:pPr>
            <a:r>
              <a:t>3. 单人通道：部分项目可走单人通道</a:t>
            </a:r>
          </a:p>
          <a:p>
            <a:pPr>
              <a:defRPr sz="1800"/>
            </a:pPr>
            <a:r>
              <a:t>4. 错峰游玩：午餐时间、游行时间排队较短</a:t>
            </a:r>
          </a:p>
          <a:p/>
          <a:p>
            <a:pPr>
              <a:defRPr sz="2200" b="1"/>
            </a:pPr>
            <a:r>
              <a:t>家庭便利设施：</a:t>
            </a:r>
          </a:p>
          <a:p>
            <a:pPr>
              <a:defRPr sz="2200" b="1"/>
            </a:pPr>
            <a:r>
              <a:t>• 婴儿车租赁：1000日元/天</a:t>
            </a:r>
          </a:p>
          <a:p>
            <a:pPr>
              <a:defRPr sz="2200" b="1"/>
            </a:pPr>
            <a:r>
              <a:t>• 母婴室：各园区均有</a:t>
            </a:r>
          </a:p>
          <a:p>
            <a:pPr>
              <a:defRPr sz="2200" b="1"/>
            </a:pPr>
            <a:r>
              <a:t>• 储物柜：小型300日元，大型500-700日元</a:t>
            </a:r>
          </a:p>
          <a:p>
            <a:pPr>
              <a:defRPr sz="2200" b="1"/>
            </a:pPr>
            <a:r>
              <a:t>• 轮椅租赁：免费（需押金）</a:t>
            </a:r>
          </a:p>
          <a:p/>
          <a:p>
            <a:pPr>
              <a:defRPr sz="2200" b="1"/>
            </a:pPr>
            <a:r>
              <a:t>其他贴士：</a:t>
            </a:r>
          </a:p>
          <a:p>
            <a:pPr>
              <a:defRPr sz="2200" b="1"/>
            </a:pPr>
            <a:r>
              <a:t>• 下载官方APP：查看排队时间、地图</a:t>
            </a:r>
          </a:p>
          <a:p>
            <a:pPr>
              <a:defRPr sz="2200" b="1"/>
            </a:pPr>
            <a:r>
              <a:t>• 穿着舒适鞋子：日行2万步以上</a:t>
            </a:r>
          </a:p>
          <a:p>
            <a:pPr>
              <a:defRPr sz="2200" b="1"/>
            </a:pPr>
            <a:r>
              <a:t>• 带好充电宝：拍照、APP使用耗电快</a:t>
            </a:r>
          </a:p>
          <a:p>
            <a:pPr>
              <a:defRPr sz="2200" b="1"/>
            </a:pPr>
            <a:r>
              <a:t>• 学习简单日语：问路、点餐更便利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预算估算参考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 b="1"/>
            </a:pPr>
            <a:r>
              <a:t>三日两晚家庭游（2大1小）：</a:t>
            </a:r>
          </a:p>
          <a:p>
            <a:pPr>
              <a:defRPr sz="2000"/>
            </a:pPr>
            <a:r>
              <a:t>• 机票：3000-5000元/人</a:t>
            </a:r>
          </a:p>
          <a:p>
            <a:pPr>
              <a:defRPr sz="2000"/>
            </a:pPr>
            <a:r>
              <a:t>• 住宿：迪士尼官方酒店2000-4000元/晚</a:t>
            </a:r>
          </a:p>
          <a:p>
            <a:pPr>
              <a:defRPr sz="2000"/>
            </a:pPr>
            <a:r>
              <a:t>• 门票：两日护照约1500元/人</a:t>
            </a:r>
          </a:p>
          <a:p>
            <a:pPr>
              <a:defRPr sz="2000"/>
            </a:pPr>
            <a:r>
              <a:t>• 餐饮：1500-2500元/天</a:t>
            </a:r>
          </a:p>
          <a:p>
            <a:pPr>
              <a:defRPr sz="2000"/>
            </a:pPr>
            <a:r>
              <a:t>• 购物：视个人需求</a:t>
            </a:r>
          </a:p>
          <a:p>
            <a:pPr>
              <a:defRPr sz="2000"/>
            </a:pPr>
            <a:r>
              <a:t>• 交通：500-1000元</a:t>
            </a:r>
          </a:p>
          <a:p>
            <a:pPr>
              <a:defRPr sz="2000"/>
            </a:pPr>
            <a:r>
              <a:t>• 总计：15000-25000元（仅供参考）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800" b="1">
                <a:solidFill>
                  <a:srgbClr val="990099"/>
                </a:solidFill>
              </a:defRPr>
            </a:pPr>
            <a:r>
              <a:t>开启魔法之旅！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祝您和家人在东京迪士尼度过难忘的欢乐时光！</a:t>
            </a:r>
          </a:p>
          <a:p/>
          <a:p>
            <a:r>
              <a:t>制作人：Helen</a:t>
            </a:r>
          </a:p>
          <a:p>
            <a:r>
              <a:t>联系方式：helen@example.com</a:t>
            </a:r>
          </a:p>
          <a:p/>
          <a:p>
            <a:r>
              <a:t>感谢观看！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